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Parent Self-Service Card, History,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5303520" cy="45720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Parent / 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Parents can add a child, look up existing records by WhatsApp number, open the vaccination card, review vaccination history, verify a shared link, and open the patient education view. These flows are active in the product even though they are not promoted on the current public home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Primary user: Parent or guardian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Entry point: Direct parent routes `/add/`, `/update/`, and shared link `/p/&lt;token&gt;/`</a:t>
            </a:r>
          </a:p>
        </p:txBody>
      </p:sp>
      <p:pic>
        <p:nvPicPr>
          <p:cNvPr id="9" name="Picture 8" descr="01-parent-ad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93" y="1280160"/>
            <a:ext cx="5626053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User-Flow Training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parent-self-service-card-history-and-share-link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Workflow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Aptos"/>
              </a:rPr>
              <a:t>What This Workflow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57200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Parents can add a child, look up existing records by WhatsApp number, open the vaccination card, review vaccination history, verify a shared link, and open the patient education view. These flows are active in the product even though they are not promoted on the current public home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Parent or guardian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9592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Direct parent routes `/add/`, `/update/`, and shared link `/p/&lt;token&gt;/`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parent can reach the correct entry route for self-service.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parent can identify a child record and open the vaccination card.</a:t>
            </a:r>
          </a:p>
          <a:p>
            <a:pPr>
              <a:defRPr sz="1300">
                <a:solidFill>
                  <a:srgbClr val="1F2937"/>
                </a:solidFill>
                <a:latin typeface="Aptos"/>
              </a:defRPr>
            </a:pPr>
            <a:r>
              <a:t>The parent can verify a share link and review history or education content.</a:t>
            </a:r>
          </a:p>
        </p:txBody>
      </p:sp>
      <p:pic>
        <p:nvPicPr>
          <p:cNvPr id="13" name="Picture 12" descr="01-parent-ad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60487"/>
            <a:ext cx="5715000" cy="4365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Workflow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1. Use the public add-record route when starting fresh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public Add Record page and review the child + parent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simple add-record form for child details and the parent WhatsApp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parent-side entry path when the family is not yet in the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parent can create a new child record without using the doctor portal.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This route now works in the local demo build after aligning the view with the live model fields.</a:t>
            </a:r>
          </a:p>
        </p:txBody>
      </p:sp>
      <p:pic>
        <p:nvPicPr>
          <p:cNvPr id="14" name="Picture 13" descr="01-parent-ad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Parent add-record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1 of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2. Look up existing children by WhatsApp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Update Record, enter the parent WhatsApp number, and proceed.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lookup form followed by the list of matching children for that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the fastest way for a returning family to re-enter the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parent can choose the correct child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One parent number can return multiple children.</a:t>
            </a:r>
          </a:p>
        </p:txBody>
      </p:sp>
      <p:pic>
        <p:nvPicPr>
          <p:cNvPr id="14" name="Picture 13" descr="01-parent-ad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Parent child-selection screen after WhatsApp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2 of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3. Open the vaccination card and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child vaccination card and then review the vaccination history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due-only vaccination card plus a separate history page with status badges and clinic call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These are the parent’s main operational views for monitoring and reviewing vaccination progress.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parent can see upcoming/due items and the historical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history page also links into education content.</a:t>
            </a:r>
          </a:p>
        </p:txBody>
      </p:sp>
      <p:pic>
        <p:nvPicPr>
          <p:cNvPr id="14" name="Picture 13" descr="01-parent-ad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Parent vaccination history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3 of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4. Use a doctor-issued share link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shared link from WhatsApp, verify the WhatsApp number, and continue into the child 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verification page followed by the child vaccination card once the number matches.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This is how clinics hand off the card to parents without asking them to search manually.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parent reaches the correct child record through the tokenized link.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The shared link stores the expected last ten digits and asks the parent to confirm the number.</a:t>
            </a:r>
          </a:p>
        </p:txBody>
      </p:sp>
      <p:pic>
        <p:nvPicPr>
          <p:cNvPr id="14" name="Picture 13" descr="01-parent-ad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Parent share-link verification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4 of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Step 5. Open parent-facing vaccine education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4572000" cy="7772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Open the parent education link from the history or card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4572000" cy="8046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 parent-facing education page with available vaccine video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03904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97316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50791"/>
            <a:ext cx="4572000" cy="749808"/>
          </a:xfrm>
          <a:prstGeom prst="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Education supports understanding and follow-through, especially after reminders or history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651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Expected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parent can move from record review into learning content without leaving the product journey.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Trainer note: This uses the patient education library and language preference logic where content exists.</a:t>
            </a:r>
          </a:p>
        </p:txBody>
      </p:sp>
      <p:pic>
        <p:nvPicPr>
          <p:cNvPr id="14" name="Picture 13" descr="01-parent-add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00" y="1417320"/>
            <a:ext cx="6164718" cy="4709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32120" y="6172200"/>
            <a:ext cx="589788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Aptos"/>
              </a:rPr>
              <a:t>Parent-facing vaccine education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Step 5 of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Common Issues and Trainer Tips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106424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  <a:latin typeface="Aptos"/>
              </a:defRPr>
            </a:pPr>
            <a:r>
              <a:t>Parent workflows are live but currently accessed through direct URLs rather than the public home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these notes to pre-empt confusion before the audience encounters the step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Trainer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Parent Self-Service Card, History, and Share 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Parent Self-Service Card, History, and Share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Related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6766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05-doctor-portal-add-patient-and-share-link.md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07-reminders-and-education-workflows.md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Show how parents add or retrieve a child record, open the vaccination card, review history, use shared links, and access education content.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Validated against the local demo build on April 9, 2026. Documentation reflects live behavior; mismatches with older expectations are noted.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Training pack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4465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Aptos"/>
              </a:rPr>
              <a:t>parent-self-service-card-history-and-share-link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