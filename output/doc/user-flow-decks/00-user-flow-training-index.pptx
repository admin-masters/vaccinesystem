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1-platform-overview-and-role-map.pptx" TargetMode="External"/><Relationship Id="rId3" Type="http://schemas.openxmlformats.org/officeDocument/2006/relationships/hyperlink" Target="02-admin-partner-provisioning-and-field-rep-upload.pptx" TargetMode="External"/><Relationship Id="rId4" Type="http://schemas.openxmlformats.org/officeDocument/2006/relationships/hyperlink" Target="04-partner-led-doctor-onboarding.pptx" TargetMode="External"/><Relationship Id="rId5" Type="http://schemas.openxmlformats.org/officeDocument/2006/relationships/hyperlink" Target="03-doctor-self-registration-and-portal-access.pptx" TargetMode="External"/><Relationship Id="rId6" Type="http://schemas.openxmlformats.org/officeDocument/2006/relationships/hyperlink" Target="05-doctor-portal-add-patient-and-share-link.pptx" TargetMode="External"/><Relationship Id="rId7" Type="http://schemas.openxmlformats.org/officeDocument/2006/relationships/hyperlink" Target="06-doctor-portal-update-card-and-profile.pptx" TargetMode="External"/><Relationship Id="rId8" Type="http://schemas.openxmlformats.org/officeDocument/2006/relationships/hyperlink" Target="07-reminders-and-education-workflows.pptx" TargetMode="External"/><Relationship Id="rId9" Type="http://schemas.openxmlformats.org/officeDocument/2006/relationships/hyperlink" Target="08-parent-self-service-card-history-and-share-link.ppt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ptos"/>
              </a:rPr>
              <a:t>User-Flow Training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877824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Open this deck first. Each link below opens a sibling workflow deck in the shared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Sections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502920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Platform overview</a:t>
            </a:r>
            <a:br/>
            <a:r>
              <a:t>Admin / Partner</a:t>
            </a:r>
            <a:br/>
            <a:r>
              <a:t>Doctor / Clinic</a:t>
            </a:r>
            <a:br/>
            <a:r>
              <a:t>Parent / Patient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Master index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00-user-flow-training-index.pptx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Deck Directory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Each card links to a sibling .pptx file in this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2"/>
              </a:rPr>
              <a:t>01. Platform Overview and Role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0487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Admin /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3"/>
              </a:rPr>
              <a:t>02. Admin Partner Provisioning and Field Rep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9272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4"/>
              </a:rPr>
              <a:t>04. Partner-Led Doctor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8678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Doctor / Clinic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98264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5"/>
              </a:rPr>
              <a:t>03. Doctor Self Registration and Portal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01184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6"/>
              </a:rPr>
              <a:t>05. Doctor Portal Add Patient and Share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04104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7"/>
              </a:rPr>
              <a:t>06. Doctor Portal Update Card and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07024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8"/>
              </a:rPr>
              <a:t>07. Reminders and Education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745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Parent /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986016"/>
            <a:ext cx="10332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ptos"/>
                <a:hlinkClick r:id="rId9"/>
              </a:rPr>
              <a:t>08. Parent Self-Service Card, History, and Share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Master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Click a title to open the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