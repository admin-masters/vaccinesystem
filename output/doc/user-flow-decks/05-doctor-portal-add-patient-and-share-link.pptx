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6583680" cy="12801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Doctor Portal Add Patient and Share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5303520" cy="4572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Doctor / Clinic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From the portal, the doctor can add a patient by recording child details and the parent’s WhatsApp number. The portal supports a standard submit path and also shows a Register &amp; Send to Patient action that opens WhatsApp Web with a shareable card link.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634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Primary user: Doctor or clinic staff member working inside the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8348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Entry point: Doctor portal home `/d/&lt;token&gt;/` -&gt; Add-a-patient</a:t>
            </a:r>
          </a:p>
        </p:txBody>
      </p:sp>
      <p:pic>
        <p:nvPicPr>
          <p:cNvPr id="9" name="Picture 8" descr="01-doctor-add-patient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93" y="1280160"/>
            <a:ext cx="5626053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User-Flow Training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doctor-portal-add-patient-and-share-link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Workflow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Portal Add Patient and Share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Aptos"/>
              </a:rPr>
              <a:t>What This Workflow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57200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From the portal, the doctor can add a patient by recording child details and the parent’s WhatsApp number. The portal supports a standard submit path and also shows a Register &amp; Send to Patient action that opens WhatsApp Web with a shareable card link.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86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Doctor or clinic staff member working inside the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Entry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592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Doctor portal home `/d/&lt;token&gt;/` -&gt; Add-a-patient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10328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clinic can open the add-patient form.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Submitting the form creates the child vaccination card.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Staff understand that the optional send action opens WhatsApp Web with a share link.</a:t>
            </a:r>
          </a:p>
        </p:txBody>
      </p:sp>
      <p:pic>
        <p:nvPicPr>
          <p:cNvPr id="13" name="Picture 12" descr="01-doctor-add-patient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60487"/>
            <a:ext cx="5715000" cy="4365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Workflow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Portal Add Patient and Share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1. Open the add-patient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Portal Add Patient and Share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Choose Add-a-patient from the portal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child registration form with Submit and Register &amp; Send to Patient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is the clinic-side starting point for bringing a new child into the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clinic user can record patient details and decide whether to also hand off a share link.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The send button is only shown inside the doctor portal, not on the public parent add flow.</a:t>
            </a:r>
          </a:p>
        </p:txBody>
      </p:sp>
      <p:pic>
        <p:nvPicPr>
          <p:cNvPr id="14" name="Picture 13" descr="01-doctor-add-patient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Doctor portal add-patient form with both action buttons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1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Portal Add Patient and Share 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2. Create the patient record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Portal Add Patient and Share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Submit the child details and parent WhatsApp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child’s vaccination card inside the doctor portal.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confirms that the patient record and linked vaccination schedule were created successfully.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doctor can immediately review and update the child card.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The child is scoped to the doctor’s clinic for later update and reminder workflows.</a:t>
            </a:r>
          </a:p>
        </p:txBody>
      </p:sp>
      <p:pic>
        <p:nvPicPr>
          <p:cNvPr id="14" name="Picture 13" descr="01-doctor-add-patient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Doctor view of the vaccination card after adding a patient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2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Portal Add Patient and Share Link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3. Use the optional share-link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Portal Add Patient and Share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Choose Register &amp; Send to Patient instead of the standard submit action when appropriate.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WhatsApp Web opens with a bilingual message and the parent share link.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enables the clinic to hand off self-service access to the parent at the moment of registration.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parent receives a direct verification link to the child card.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The final messaging step happens outside the app in WhatsApp Web.</a:t>
            </a:r>
          </a:p>
        </p:txBody>
      </p:sp>
      <p:pic>
        <p:nvPicPr>
          <p:cNvPr id="14" name="Picture 13" descr="01-doctor-add-patient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The add-patient screen where the share-link handoff is initiated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3 of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Portal Add Patient and Share 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Common Issues and Trainer 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Doctor Portal Add Patient and Share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Aptos"/>
              </a:defRPr>
            </a:pPr>
            <a:r>
              <a:t>The product currently opens WhatsApp Web rather than sending through a business messaging gateway.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6070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these notes to pre-empt confusion before the audience encounters the step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Trainer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 Portal Add Patient and Share Link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Doctor Portal Add Patient and Share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Related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6766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06-doctor-portal-update-card-and-profile.md</a:t>
            </a:r>
          </a:p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08-parent-self-service-card-history-and-share-link.md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Teach clinic staff how to register a patient, create the patient vaccination card, and understand the optional share-link handoff to the parent.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Validated against the local demo build on April 9, 2026. Documentation reflects live behavior; mismatches with older expectations are noted.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Training pack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doctor-portal-add-patient-and-share-link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