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Partner-Led Doctor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Admin /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Partner-led onboarding uses a tokenized doctor registration link. The form is similar to self-registration but adds field rep code and field rep name to attribute the onboarding to the partner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Field team member, partner coordinator, or doctor onboarding via partner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Partner registration URL at `/doctor/register/&lt;token&gt;/`</a:t>
            </a:r>
          </a:p>
        </p:txBody>
      </p:sp>
      <p:pic>
        <p:nvPicPr>
          <p:cNvPr id="9" name="Picture 8" descr="01-partner-led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partner-led-doctor-onboarding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Partner-led onboarding uses a tokenized doctor registration link. The form is similar to self-registration but adds field rep code and field rep name to attribute the onboarding to the partner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Field team member, partner coordinator, or doctor onboarding via partner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Partner registration URL at `/doctor/register/&lt;token&gt;/`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doctor can open the partner-specific registration form.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form captures the required field rep information.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doctor reaches the same portal destination after the WhatsApp handoff.</a:t>
            </a:r>
          </a:p>
        </p:txBody>
      </p:sp>
      <p:pic>
        <p:nvPicPr>
          <p:cNvPr id="13" name="Picture 12" descr="01-partner-led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Open the partner-issued registration link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doctor registration URL received from the partner/admin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 registration form with additional Field Rep Code and Field Rep Name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route distinguishes partner-led onboarding from self-registration.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 is in the correct registration context for partner attribution.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If the token is invalid or expired, the product redirects back to the home page with an error.</a:t>
            </a:r>
          </a:p>
        </p:txBody>
      </p:sp>
      <p:pic>
        <p:nvPicPr>
          <p:cNvPr id="14" name="Picture 13" descr="01-partner-led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Partner-led doctor registration form with field rep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Complete registration with field rep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Enter doctor details plus the partner field rep code/name and submit the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same WhatsApp redirect behavior used for self-registration, now tied to the partner and field rep.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preserves partner attribution while still delivering the portal link to the doctor.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 is stored with the linked partner and field rep association.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live validation checks the field rep code against the selected partner.</a:t>
            </a:r>
          </a:p>
        </p:txBody>
      </p:sp>
      <p:pic>
        <p:nvPicPr>
          <p:cNvPr id="14" name="Picture 13" descr="01-partner-led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Partner-led registration form 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Confirm the partner doctor portal landing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personalized portal link after sign-in.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same doctor portal home used in self-registration-based onboarding.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confirms that partner-led onboarding still leads into the shared clinic operating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partner-onboarded doctor can continue with routine clinic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downstream portal experience is shared; the main difference is the onboarding attribution.</a:t>
            </a:r>
          </a:p>
        </p:txBody>
      </p:sp>
      <p:pic>
        <p:nvPicPr>
          <p:cNvPr id="14" name="Picture 13" descr="01-partner-led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Partner-onboarded doctor landing in the clinic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The partner token is the mechanism that scopes the doctor to the partner.</a:t>
            </a:r>
          </a:p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A valid field rep code is required for this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Partner-Led Doctor Onboarding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Partner-Led Doctor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02-admin-partner-provisioning-and-field-rep-upload.md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03-doctor-self-registration-and-portal-access.md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Show how a partner-issued registration link adds field rep attribution to the doctor onboarding process and leads into the same portal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partner-led-doctor-onboarding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