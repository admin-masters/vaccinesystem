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47472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6583680" cy="12801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Doctor Portal Update Card and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788920"/>
            <a:ext cx="5303520" cy="457200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Aptos"/>
              </a:rPr>
              <a:t>Doctor / Clinic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520440"/>
            <a:ext cx="5303520" cy="9144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ptos"/>
              </a:rPr>
              <a:t>This workflow covers the day-to-day clinic maintenance path: look up a parent by WhatsApp number, select the correct child, open the vaccination card, and update clinic profile details as needed.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663440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Primary user: Doctor or clinic staff member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983480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Entry point: Doctor portal home -&gt; Update a patient record, plus Edit doctor/clinic profile</a:t>
            </a:r>
          </a:p>
        </p:txBody>
      </p:sp>
      <p:pic>
        <p:nvPicPr>
          <p:cNvPr id="9" name="Picture 8" descr="01-doctor-update-loo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8093" y="1280160"/>
            <a:ext cx="5626053" cy="4297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User-Flow Training Pack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644652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doctor-portal-update-card-and-profile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Workflow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106424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Doctor Portal Update Card and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F766E"/>
                </a:solidFill>
                <a:latin typeface="Aptos"/>
              </a:rPr>
              <a:t>What This Workflow Covers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4572000" cy="10515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This workflow covers the day-to-day clinic maintenance path: look up a parent by WhatsApp number, select the correct child, open the vaccination card, and update clinic profile details as needed.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475569"/>
                </a:solidFill>
                <a:latin typeface="Aptos"/>
              </a:rPr>
              <a:t>Primary 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18688"/>
            <a:ext cx="4572000" cy="38404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Doctor or clinic staff member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03320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475569"/>
                </a:solidFill>
                <a:latin typeface="Aptos"/>
              </a:rPr>
              <a:t>Entry 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95928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Doctor portal home -&gt; Update a patient record, plus Edit doctor/clinic profile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617720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475569"/>
                </a:solidFill>
                <a:latin typeface="Aptos"/>
              </a:rPr>
              <a:t>Success Criteria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910328"/>
            <a:ext cx="4754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F2937"/>
                </a:solidFill>
                <a:latin typeface="Aptos"/>
              </a:defRPr>
            </a:pPr>
            <a:r>
              <a:t>The clinic can find patients by parent WhatsApp number.</a:t>
            </a:r>
          </a:p>
          <a:p>
            <a:pPr>
              <a:defRPr sz="1300">
                <a:solidFill>
                  <a:srgbClr val="1F2937"/>
                </a:solidFill>
                <a:latin typeface="Aptos"/>
              </a:defRPr>
            </a:pPr>
            <a:r>
              <a:t>The correct child record is opened within the clinic scope.</a:t>
            </a:r>
          </a:p>
          <a:p>
            <a:pPr>
              <a:defRPr sz="1300">
                <a:solidFill>
                  <a:srgbClr val="1F2937"/>
                </a:solidFill>
                <a:latin typeface="Aptos"/>
              </a:defRPr>
            </a:pPr>
            <a:r>
              <a:t>The doctor/clinic profile can be updated from the same portal.</a:t>
            </a:r>
          </a:p>
        </p:txBody>
      </p:sp>
      <p:pic>
        <p:nvPicPr>
          <p:cNvPr id="13" name="Picture 12" descr="01-doctor-update-loo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360487"/>
            <a:ext cx="5715000" cy="43656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Workflow summary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644652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Doctor Portal Update Card and Profile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Step 1. Search by parent WhatsApp number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106424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Doctor Portal Update Card and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64208"/>
            <a:ext cx="4572000" cy="7772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Open Update a patient record and enter the parent’s WhatsApp number.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87752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sees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4572000" cy="80467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A WhatsApp lookup form specific to the doctor portal.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03904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97316"/>
                </a:solidFill>
                <a:latin typeface="Aptos"/>
              </a:rPr>
              <a:t>Why this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50791"/>
            <a:ext cx="4572000" cy="749808"/>
          </a:xfrm>
          <a:prstGeom prst="rect">
            <a:avLst/>
          </a:prstGeom>
          <a:solidFill>
            <a:srgbClr val="FFEDD5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This is the quickest way to retrieve a family’s children already linked to the clinic.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65192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Expected 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212080"/>
            <a:ext cx="4572000" cy="6400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The system is ready to show the matching child list.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25312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Trainer note: The number lookup is based on the stored WhatsApp number.</a:t>
            </a:r>
          </a:p>
        </p:txBody>
      </p:sp>
      <p:pic>
        <p:nvPicPr>
          <p:cNvPr id="14" name="Picture 13" descr="01-doctor-update-loo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8700" y="1417320"/>
            <a:ext cx="6164718" cy="47091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532120" y="6172200"/>
            <a:ext cx="589788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Aptos"/>
              </a:rPr>
              <a:t>Doctor-side lookup form for an existing patient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Step 1 of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644652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Doctor Portal Update Card and Profile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Step 2. Choose the correct child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106424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Doctor Portal Update Card and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64208"/>
            <a:ext cx="4572000" cy="7772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Submit the lookup and review the matching children.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87752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sees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4572000" cy="80467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A child-selection screen with actions for Open Vaccination Card, Full Schedule, and Send Reminders.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03904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97316"/>
                </a:solidFill>
                <a:latin typeface="Aptos"/>
              </a:rPr>
              <a:t>Why this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50791"/>
            <a:ext cx="4572000" cy="749808"/>
          </a:xfrm>
          <a:prstGeom prst="rect">
            <a:avLst/>
          </a:prstGeom>
          <a:solidFill>
            <a:srgbClr val="FFEDD5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A single parent may have multiple children, so the clinic must choose the right record before editing anything.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65192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Expected 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212080"/>
            <a:ext cx="4572000" cy="6400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The clinic can continue into the correct child workflow.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25312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Trainer note: Only children in the current clinic appear in this list.</a:t>
            </a:r>
          </a:p>
        </p:txBody>
      </p:sp>
      <p:pic>
        <p:nvPicPr>
          <p:cNvPr id="14" name="Picture 13" descr="01-doctor-update-loo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8700" y="1417320"/>
            <a:ext cx="6164718" cy="47091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532120" y="6172200"/>
            <a:ext cx="589788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Aptos"/>
              </a:rPr>
              <a:t>Doctor-facing child selection after WhatsApp lookup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Step 2 of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644652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Doctor Portal Update Card and Profile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Step 3. Open and update the vaccination card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106424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Doctor Portal Update Card and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64208"/>
            <a:ext cx="4572000" cy="7772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Open the due-only or full vaccination card and record given dates where needed.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87752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sees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4572000" cy="80467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The doctor-facing vaccination card with due, overdue, given, and future status states.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03904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97316"/>
                </a:solidFill>
                <a:latin typeface="Aptos"/>
              </a:rPr>
              <a:t>Why this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50791"/>
            <a:ext cx="4572000" cy="749808"/>
          </a:xfrm>
          <a:prstGeom prst="rect">
            <a:avLst/>
          </a:prstGeom>
          <a:solidFill>
            <a:srgbClr val="FFEDD5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This is the operational heart of the clinic workflow: maintaining the child’s vaccination record.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65192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Expected 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212080"/>
            <a:ext cx="4572000" cy="6400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The card reflects the latest known vaccination dates.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25312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Trainer note: The product automatically recalculates dependent doses when a given date changes.</a:t>
            </a:r>
          </a:p>
        </p:txBody>
      </p:sp>
      <p:pic>
        <p:nvPicPr>
          <p:cNvPr id="14" name="Picture 13" descr="01-doctor-update-loo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8700" y="1417320"/>
            <a:ext cx="6164718" cy="47091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532120" y="6172200"/>
            <a:ext cx="589788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Aptos"/>
              </a:rPr>
              <a:t>Doctor view of the patient vaccination card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Step 3 of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644652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Doctor Portal Update Card and Profile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Step 4. Maintain the clinic profile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106424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Doctor Portal Update Card and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64208"/>
            <a:ext cx="4572000" cy="7772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Open Edit doctor/clinic profile from the portal home.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87752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sees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4572000" cy="80467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A profile form for doctor details, clinic contact data, languages, and IMC number.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03904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97316"/>
                </a:solidFill>
                <a:latin typeface="Aptos"/>
              </a:rPr>
              <a:t>Why this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50791"/>
            <a:ext cx="4572000" cy="749808"/>
          </a:xfrm>
          <a:prstGeom prst="rect">
            <a:avLst/>
          </a:prstGeom>
          <a:solidFill>
            <a:srgbClr val="FFEDD5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Clinic identity, language settings, and contact details need to stay current for patient communication to work well.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65192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Expected 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212080"/>
            <a:ext cx="4572000" cy="6400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The clinic profile can be updated without leaving the portal.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25312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Trainer note: Preferred languages influence downstream patient-facing messaging.</a:t>
            </a:r>
          </a:p>
        </p:txBody>
      </p:sp>
      <p:pic>
        <p:nvPicPr>
          <p:cNvPr id="14" name="Picture 13" descr="01-doctor-update-loo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8700" y="1417320"/>
            <a:ext cx="6164718" cy="47091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532120" y="6172200"/>
            <a:ext cx="589788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Aptos"/>
              </a:rPr>
              <a:t>Doctor and clinic profile maintenance screen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Step 4 of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644652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Doctor Portal Update Card and Profile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Common Issues and Trainer Tips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106424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Doctor Portal Update Card and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070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2937"/>
                </a:solidFill>
                <a:latin typeface="Aptos"/>
              </a:defRPr>
            </a:pPr>
            <a:r>
              <a:t>Patient lookup is clinic-scoped in the doctor workflow, even if the parent has records elsewhere.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23560"/>
            <a:ext cx="10607040" cy="5029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Use these notes to pre-empt confusion before the audience encounters the step live.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Trainer guidance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44652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Doctor Portal Update Card and Profile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76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7772400" cy="5943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Doctor Portal Update Card and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Related Documents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676656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  <a:latin typeface="Aptos"/>
              </a:defRPr>
            </a:pPr>
            <a:r>
              <a:t>05-doctor-portal-add-patient-and-share-link.md</a:t>
            </a:r>
          </a:p>
          <a:p>
            <a:pPr>
              <a:defRPr sz="2000">
                <a:solidFill>
                  <a:srgbClr val="FFFFFF"/>
                </a:solidFill>
                <a:latin typeface="Aptos"/>
              </a:defRPr>
            </a:pPr>
            <a:r>
              <a:t>07-reminders-and-education-workflows.md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74920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Train clinic users on finding an existing patient, opening the card, updating vaccine dates, and maintaining the doctor/clinic profile.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715000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Validated against the local demo build on April 9, 2026. Documentation reflects live behavior; mismatches with older expectations are noted.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Training pack close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44652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doctor-portal-update-card-and-profile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