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Admin /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The live product provides a lightweight admin password gate for partner setup. After access is granted, the admin can create a partner, upload field rep CSV data, and obtain a doctor registration link to circulate.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Partner admin, field operations lead, or internal business operations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Admin access gate at `/admin/access/`, followed by `/partners/new/`</a:t>
            </a:r>
          </a:p>
        </p:txBody>
      </p:sp>
      <p:pic>
        <p:nvPicPr>
          <p:cNvPr id="9" name="Picture 8" descr="01-admin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admin-partner-provisioning-and-field-rep-upload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live product provides a lightweight admin password gate for partner setup. After access is granted, the admin can create a partner, upload field rep CSV data, and obtain a doctor registration link to circulate.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Partner admin, field operations lead, or internal business operations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Admin access gate at `/admin/access/`, followed by `/partners/new/`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admin can reach the partner workspace.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A partner record is created with field reps loaded from CSV.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A working doctor registration link is produced for onward sharing.</a:t>
            </a:r>
          </a:p>
        </p:txBody>
      </p:sp>
      <p:pic>
        <p:nvPicPr>
          <p:cNvPr id="13" name="Picture 12" descr="01-admin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Pass the admin access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admin access page and enter the configured admin password.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focused password gate that protects the partner provisioning workspace.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first gate that separates general users from partner administrators.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session is authorized for partner creation.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In the local demo build, the admin quick password is derived from the local secret key.</a:t>
            </a:r>
          </a:p>
        </p:txBody>
      </p:sp>
      <p:pic>
        <p:nvPicPr>
          <p:cNvPr id="14" name="Picture 13" descr="01-admin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Admin access gate before partner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Create the partner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partner creation screen after access is granted.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form with Partner Name and Field Reps CSV upload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where the whitelabel / partner shell and field rep import are initiated.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admin is ready to create the partner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field rep CSV expects `rep_code` and `full_name` columns.</a:t>
            </a:r>
          </a:p>
        </p:txBody>
      </p:sp>
      <p:pic>
        <p:nvPicPr>
          <p:cNvPr id="14" name="Picture 13" descr="01-admin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Partner creation form with CSV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Generate and share the doctor registration link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Submit the partner form with the field rep 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success message showing the generated doctor registration link.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link is the handoff artifact used by field teams and partner operators to onboard doctors.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partner exists and its registration link can be shared.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Treat the link as the official onboarding URL for partner-led doctor registration.</a:t>
            </a:r>
          </a:p>
        </p:txBody>
      </p:sp>
      <p:pic>
        <p:nvPicPr>
          <p:cNvPr id="14" name="Picture 13" descr="01-admin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Partner creation success state with the generated onboarding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The public home page links to Django admin, but the actual partner provisioning flow is the custom `/admin/access/` -&gt; `/partners/new/`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 Partner Provisioning and Field Rep Upload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Admin Partner Provisioning and Field Rep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04-partner-led-doctor-onboarding.md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03-doctor-self-registration-and-portal-access.md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Show how a partner administrator opens the partner workspace, creates a partner profile, uploads field representatives, and generates a doctor registration 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admin-partner-provisioning-and-field-rep-upload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