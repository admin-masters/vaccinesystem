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6583680" cy="12801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Reminders and Education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5303520" cy="4572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Doctor / Clinic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The clinic can review due and overdue doses, open child-level reminder schedules, and use linked education pages to reinforce communication with families. Reminder sending currently hands off to WhatsApp with a prefilled message.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634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Primary user: Doctor or clinic staff member managing patient follow-up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8348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Entry point: Doctor portal -&gt; Reminders, child reminder screens, and education pages</a:t>
            </a:r>
          </a:p>
        </p:txBody>
      </p:sp>
      <p:pic>
        <p:nvPicPr>
          <p:cNvPr id="9" name="Picture 8" descr="01-reminder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093" y="1280160"/>
            <a:ext cx="5626053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User-Flow Training Pack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reminders-and-education-workflows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Workflow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Reminders and Education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Aptos"/>
              </a:rPr>
              <a:t>What This Workflow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57200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clinic can review due and overdue doses, open child-level reminder schedules, and use linked education pages to reinforce communication with families. Reminder sending currently hands off to WhatsApp with a prefilled message.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Primary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1868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Doctor or clinic staff member managing patient follow-up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Entry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95928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Doctor portal -&gt; Reminders, child reminder screens, and education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10328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The clinic can read the reminder dashboard filters and eligible actions.</a:t>
            </a:r>
          </a:p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Staff can inspect reminder status for one child.</a:t>
            </a:r>
          </a:p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Provider and patient education pages can be opened from the workflow.</a:t>
            </a:r>
          </a:p>
        </p:txBody>
      </p:sp>
      <p:pic>
        <p:nvPicPr>
          <p:cNvPr id="13" name="Picture 12" descr="01-reminder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360487"/>
            <a:ext cx="5715000" cy="43656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Workflow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Reminders and Education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1. Review the clinic-wide reminder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Reminders and Education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Open Reminders from the portal home.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 reminder dashboard with status filters, vaccine filter, search, and Send Reminder 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is the clinic’s queue view for follow-up work across all patients.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clinic can identify who is due, overdue, upcoming, or already reminded.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Search accepts child text and mobile-number lookups.</a:t>
            </a:r>
          </a:p>
        </p:txBody>
      </p:sp>
      <p:pic>
        <p:nvPicPr>
          <p:cNvPr id="14" name="Picture 13" descr="01-reminder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Clinic-wide reminders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1 of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Reminders and Education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2. Inspect one child’s reminder 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Reminders and Education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Open the reminder detail screen for a specific child.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 child-level table showing vaccine reminder status and eligibility.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narrows the follow-up conversation to one patient when the clinic needs detail.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clinic can see exactly which reminder actions are available for the child.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The child-level page is especially useful before sending a reminder manually.</a:t>
            </a:r>
          </a:p>
        </p:txBody>
      </p:sp>
      <p:pic>
        <p:nvPicPr>
          <p:cNvPr id="14" name="Picture 13" descr="01-reminder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Child-level reminder schedule in the doctor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2 of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Reminders and Education Workflows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3. Open doctor-facing vaccine education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Reminders and Education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Open a vaccine education page from the reminder or card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provider education page for that vaccine.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Doctors may need refresher content or supporting material before discussing the vaccine with families.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provider can access vaccine education without leaving the workflow context.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This page is provider-focused, separate from the simplified patient education page used in reminder links.</a:t>
            </a:r>
          </a:p>
        </p:txBody>
      </p:sp>
      <p:pic>
        <p:nvPicPr>
          <p:cNvPr id="14" name="Picture 13" descr="01-reminder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Doctor-facing vaccine education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3 of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Reminders and Education Workflows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4. Understand the patient education destination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Reminders and Education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Open the simplified patient education page used in reminder messaging.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 patient-friendly video page with language-aware vaccine education content.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is the educational destination parents reach from reminder messages.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clinic understands what families see after clicking an education link.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This page is public and optimized for parent-facing education consumption.</a:t>
            </a:r>
          </a:p>
        </p:txBody>
      </p:sp>
      <p:pic>
        <p:nvPicPr>
          <p:cNvPr id="14" name="Picture 13" descr="01-reminder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Simplified patient education page used by reminder links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4 of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Reminders and Education Workflows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Common Issues and Trainer Tips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Reminders and Education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Aptos"/>
              </a:defRPr>
            </a:pPr>
            <a:r>
              <a:t>Reminder sending opens WhatsApp rather than pushing through a backend messaging integration.</a:t>
            </a:r>
          </a:p>
          <a:p>
            <a:pPr>
              <a:defRPr sz="1800">
                <a:solidFill>
                  <a:srgbClr val="1F2937"/>
                </a:solidFill>
                <a:latin typeface="Aptos"/>
              </a:defRPr>
            </a:pPr>
            <a:r>
              <a:t>The dashboard combines due-today / overdue logic with a retention window on recently overdue items.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1060704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these notes to pre-empt confusion before the audience encounters the step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Trainer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Reminders and Education Workflows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Reminders and Education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Related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67665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ptos"/>
              </a:defRPr>
            </a:pPr>
            <a:r>
              <a:t>06-doctor-portal-update-card-and-profile.md</a:t>
            </a:r>
          </a:p>
          <a:p>
            <a:pPr>
              <a:defRPr sz="2000">
                <a:solidFill>
                  <a:srgbClr val="FFFFFF"/>
                </a:solidFill>
                <a:latin typeface="Aptos"/>
              </a:defRPr>
            </a:pPr>
            <a:r>
              <a:t>08-parent-self-service-card-history-and-share-link.md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7492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Train clinic users on monitoring due doses, sending reminders, and opening the supporting vaccine education pages for providers and parents.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1500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Validated against the local demo build on April 9, 2026. Documentation reflects live behavior; mismatches with older expectations are noted.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Training pack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reminders-and-education-workflows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