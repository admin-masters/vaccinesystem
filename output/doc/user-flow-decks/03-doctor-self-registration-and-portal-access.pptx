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Doctor /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Doctors can self-register through a public registration form. After submission, the current product opens WhatsApp with a prefilled portal message, and the doctor then uses the portal link to reach the clinic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Doctor or clinic lead registering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Doctor self-registration form at `/doctor/register/`</a:t>
            </a:r>
          </a:p>
        </p:txBody>
      </p:sp>
      <p:pic>
        <p:nvPicPr>
          <p:cNvPr id="9" name="Picture 8" descr="01-doctor-self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doctor-self-registration-and-portal-access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Doctors can self-register through a public registration form. After submission, the current product opens WhatsApp with a prefilled portal message, and the doctor then uses the portal link to reach the clinic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or clinic lead registering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self-registration form at `/doctor/register/`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 can complete the registration form.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 understands that submission hands off to WhatsApp with the portal link.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doctor recognizes the portal home once authenticated.</a:t>
            </a:r>
          </a:p>
        </p:txBody>
      </p:sp>
      <p:pic>
        <p:nvPicPr>
          <p:cNvPr id="13" name="Picture 12" descr="01-doctor-self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Open the doctor registration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Browse to the self-registration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detailed doctor registration form covering identity, clinic details, languages, contact numbers, and IMC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doctor’s main onboarding form when no partner-issued link is involved.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can review the data required to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form enforces Gmail-format email addresses in the current build.</a:t>
            </a:r>
          </a:p>
        </p:txBody>
      </p:sp>
      <p:pic>
        <p:nvPicPr>
          <p:cNvPr id="14" name="Picture 13" descr="01-doctor-self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self-registration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Submit and hand off to WhatsApp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Complete the form and click Register.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browser is redirected to WhatsApp with a prefilled message containing the doctor portal link.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how the product currently distributes the personalized portal URL.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receives a reusable portal link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current implementation opens WhatsApp rather than using a server-side messaging gateway.</a:t>
            </a:r>
          </a:p>
        </p:txBody>
      </p:sp>
      <p:pic>
        <p:nvPicPr>
          <p:cNvPr id="14" name="Picture 13" descr="01-doctor-self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Registration form immediately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Recognize the clinic portal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doctor portal link and sign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doctor portal home page with actions for Add-a-patient, Update a patient record, Reminders, and Edit doctor/clinic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control center the doctor returns to for daily clinic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can navigate to the main clinic workflows from one landing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documentation screenshots use a local demo session to bypass unavailable Google OAuth credentials.</a:t>
            </a:r>
          </a:p>
        </p:txBody>
      </p:sp>
      <p:pic>
        <p:nvPicPr>
          <p:cNvPr id="14" name="Picture 13" descr="01-doctor-self-registr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portal home after successful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Production behavior expects Google/Gmail sign-in for portal use.</a:t>
            </a:r>
          </a:p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local documentation build captures the portal home using a demo session because local OAuth credentials are placeholders.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Self Registration and Portal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Doctor Self Registration and Portal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05-doctor-portal-add-patient-and-share-link.md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06-doctor-portal-update-card-and-profile.md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Train a doctor or clinic lead to self-register, understand the expected WhatsApp handoff, and recognize the portal landing page they use after sign-in.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doctor-self-registration-and-portal-access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