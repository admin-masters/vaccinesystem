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The product is a pediatric vaccination system connecting partner onboarding, doctor registration, patient record management, parent self-service, reminders, and education content. The live app currently starts from a doctor/admin-oriented home page, while parent flows start from direct routes such as `/add/` and `/update/`.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Internal trainers, product owners, partner leads, and new project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Public home page `/` plus direct workflow URLs for parents, doctors, and partners</a:t>
            </a:r>
          </a:p>
        </p:txBody>
      </p:sp>
      <p:pic>
        <p:nvPicPr>
          <p:cNvPr id="9" name="Picture 8" descr="01-hom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platform-overview-and-role-map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product is a pediatric vaccination system connecting partner onboarding, doctor registration, patient record management, parent self-service, reminders, and education content. The live app currently starts from a doctor/admin-oriented home page, while parent flows start from direct routes such as `/add/` and `/update/`.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Internal trainers, product owners, partner leads, and new 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Public home page `/` plus direct workflow URLs for parents, doctors, and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trainer can explain which role enters at which route.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audience understands how partner setup, doctor usage, parent access, reminders, and education fit together.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Known live-product mismatches are called out before role training begins.</a:t>
            </a:r>
          </a:p>
        </p:txBody>
      </p:sp>
      <p:pic>
        <p:nvPicPr>
          <p:cNvPr id="13" name="Picture 12" descr="01-hom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779008"/>
            <a:ext cx="57150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Role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6016752"/>
            <a:ext cx="571500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Partner/Admin -&gt; Doctor/Clinic -&gt; Parent/Patient -&gt; Reminders &amp;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Open the live landing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public home page in a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simple landing page with Doctor Registration and Field Partner (Admin)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establishes the real starting point the product exposes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trainer can explain that the live landing page is provider/admin oriented.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Call out that this differs from the original expectation of a parent-first landing page.</a:t>
            </a:r>
          </a:p>
        </p:txBody>
      </p:sp>
      <p:pic>
        <p:nvPicPr>
          <p:cNvPr id="14" name="Picture 13" descr="01-hom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Live home page showing the current public entry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Map each role to its real entry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Review the product with role-based starting URLs: admin/partner, doctor, and parent.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product where some roles start from the home page and others start from direct routes or shared links.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Role clarity prevents confusion during onboarding and training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Users understand that parents, doctors, and partner/admin users do not all start from the same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Parent flows are best demonstrated from `/add/`, `/update/`, or a share link.</a:t>
            </a:r>
          </a:p>
        </p:txBody>
      </p:sp>
      <p:pic>
        <p:nvPicPr>
          <p:cNvPr id="14" name="Picture 13" descr="01-hom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Home page reused as the anchor for the role-entry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Explain the end-to-end handoff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Walk through how partner setup enables doctor onboarding, which then enables patient registration, reminders, and parent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connected service flow rather than isolated screens.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mental model that makes the rest of the workflow pack coherent.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trainer can position each detailed workflow deck inside one shared operating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Use the role map slide in the deck for this step; there is no single live UI screen for the whole 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5989320" cy="47091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Image missing:</a:t>
            </a:r>
            <a:br/>
            <a:r>
              <a:t>02-role-map-diagram.png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Role map diagram for the end-to-end service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home page currently exposes doctor registration and a Django admin link, not the parent actions described in the original brief.</a:t>
            </a:r>
          </a:p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Parent workflows are live, but trainers should take users directly to `/add/` or `/update/` until the home page is redesigned.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 Overview and Role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02-admin-partner-provisioning-and-field-rep-upload.md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03-doctor-self-registration-and-portal-access.md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08-parent-self-service-card-history-and-share-link.md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Orient trainers, internal teams, and new stakeholders to the product’s end-to-end operating model before they dive into role-specific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platform-overview-and-role-map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